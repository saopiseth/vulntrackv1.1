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7" d="100"/>
          <a:sy n="77" d="100"/>
        </p:scale>
        <p:origin x="6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7704A-7BB0-B133-D189-4C95E168DF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E804DE-10B3-58CC-D98D-ADB705556C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6ED49F-AE97-0BDE-EE1A-0A972442B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8965C0-C3E9-42EF-BB2E-B6A301637D55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8E48C2-80E4-CE99-9C2A-E01490CFB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2CE574-0524-AB91-1E8B-D2959AA53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81A81-AC1C-4BA9-B6EB-B1E6201DE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0705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25013-70FC-A241-04FA-592DED7B4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DE789-0D3F-87FC-AAF0-512B7E065C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53911F-5183-EE84-F694-9F5F06248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8965C0-C3E9-42EF-BB2E-B6A301637D55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41C4F-5013-5686-F99C-16F09FCAA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9945AE-DE18-BCC0-4876-FA9AE08ED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81A81-AC1C-4BA9-B6EB-B1E6201DE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3729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47FCA-BBC0-1C62-8B9D-5B5B119BD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D986A8-8500-8622-FBE7-6A813655F2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B6EFC0-53B4-B144-065D-4517D61D1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8965C0-C3E9-42EF-BB2E-B6A301637D55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8FC0F1-A736-906A-1EB5-DE12016AA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87DCA3-04B3-C2F5-5E14-E9BF61536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81A81-AC1C-4BA9-B6EB-B1E6201DE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088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0B329-2485-407D-6EE6-4C18B074A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7157C6-A6F9-B7A2-E1C3-8AAF3CA466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8E3B44-E901-29C8-7830-DB22CF41AD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1AC6D2-5FA9-79F2-9BB3-F7C4B1BC3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8965C0-C3E9-42EF-BB2E-B6A301637D55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FE6581-2B7A-4E77-B2DF-BC5D01098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77013D-127D-187F-BD8A-C0046CF77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81A81-AC1C-4BA9-B6EB-B1E6201DE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2553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C371A-E829-5141-10E4-7E5DFCAD3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0ACB4D-27E6-8F33-A73C-E9C580D28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8EDF0A-E432-8D1C-D389-A77F905C33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D01CE5-C715-EBE5-B272-C214F43E26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101545-097A-915F-ACE4-072941ED2D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6A09F3-2604-3AF9-221F-49C966446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8965C0-C3E9-42EF-BB2E-B6A301637D55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30D1E89-38DB-B2C1-51FA-B7C485776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829A79-ED83-E679-BE9B-5B4419E65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81A81-AC1C-4BA9-B6EB-B1E6201DE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4952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37A98-F0DD-FF30-A917-1DDD0CD05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D01B18-2E61-9E59-176C-6CE694135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8965C0-C3E9-42EF-BB2E-B6A301637D55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94CC2E-756B-C6E0-F085-34CB4A4C2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1C34D5-FE48-69F5-9E28-9DC27914A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81A81-AC1C-4BA9-B6EB-B1E6201DE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7691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DC1163-14E4-92EE-49B7-4D5B9F7A8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8965C0-C3E9-42EF-BB2E-B6A301637D55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2B3192-8980-E0E3-3AEC-5BCC3EC1D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BD0C0A-151A-FB16-3250-5EECA2F33B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81A81-AC1C-4BA9-B6EB-B1E6201DE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8013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5AF4D-4AFB-27D5-85AF-D4E6336E2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59FC52-F745-CE5E-DCD0-ABD220901D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3E04D3-706E-7FFE-58D0-22F6DBD19A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A21A3A-2E2A-F4B5-F637-6DCB63640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8965C0-C3E9-42EF-BB2E-B6A301637D55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29868-4D3E-E6A7-9953-8FC41CA1C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F6BDE1-A556-903B-E750-95B8F9ECC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81A81-AC1C-4BA9-B6EB-B1E6201DE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7532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DE95B8-D6C0-9087-FE94-644E32E19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65C97C-0CA5-1F82-9276-A37AE8D8B7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462234-E23E-352A-B935-FE8FEA498C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FD1FE3-E3AD-B3B2-C75D-FF33A3D7E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8965C0-C3E9-42EF-BB2E-B6A301637D55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2CC14-3981-E855-F477-418F7C5053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768472-B4AD-AB90-3F69-9EB300939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81A81-AC1C-4BA9-B6EB-B1E6201DE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873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F06EA8-346D-ED03-006C-374011BC7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C5FE31-B400-8407-C7E6-DA5A90ABDC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F2E354-1F55-B1EA-212D-974FC7C8B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8965C0-C3E9-42EF-BB2E-B6A301637D55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F6BEF1-1136-CF83-55B6-30F44B953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EEAD65-57DA-876A-0855-8BCD788FB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81A81-AC1C-4BA9-B6EB-B1E6201DE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7652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1D1EA09-3443-16B2-7DF3-EB52A08351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6F160B-114E-4011-F5F1-0327F3760F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0E10F9-0834-BDEE-2606-DB1B2485F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8965C0-C3E9-42EF-BB2E-B6A301637D55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2CAA9B-84CB-3F26-2CA0-FC229F6AD0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EBAD15-0E6E-1EB8-5F79-EFE5B5172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81A81-AC1C-4BA9-B6EB-B1E6201DE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899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74226C-0BD5-3A5F-DDB3-4A684667FF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BF65CC-D41B-10A8-A57A-792DB34198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C6D198-CEDC-9F98-DD46-0AF4C60651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8965C0-C3E9-42EF-BB2E-B6A301637D55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C6B8F0-2B26-FA65-98F6-B78A9738A1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77D7A1-7282-CE41-CBEF-EC7DB455B6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981A81-AC1C-4BA9-B6EB-B1E6201DE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013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Aptos Display</vt:lpstr>
      <vt:lpstr>Arial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Piseth Sao</dc:creator>
  <cp:lastModifiedBy>Piseth Sao</cp:lastModifiedBy>
  <cp:revision>1</cp:revision>
  <dcterms:created xsi:type="dcterms:W3CDTF">2026-05-08T15:04:26Z</dcterms:created>
  <dcterms:modified xsi:type="dcterms:W3CDTF">2026-05-08T15:04:26Z</dcterms:modified>
</cp:coreProperties>
</file>